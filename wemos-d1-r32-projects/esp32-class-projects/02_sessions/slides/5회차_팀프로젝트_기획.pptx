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센서 모듈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 출발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기획이 절반이에요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 전에 정해요 — 기능 명세 · 화면 설계 · 데이터 설계, 그리고 웹앱 1차 완성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확정 · 기능 명세 · 역할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스케치 · 시트 설계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웹앱 제작 ①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웹앱 제작 ② · 가짜 데이터 테스트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 기획 · 설계 · 웹앱 제작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 프로젝트의 필수 기능과 제외 기능을 명세서로 확정해요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설계(와이어프레임)와 시트 설계를 문서로 완성해요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프로젝트 웹앱 1차 버전을 만들어 가짜 데이터로 동작시켜요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 프로젝트 최종 확정 · 기능 명세서 작성 · 역할 분담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종이에 화면 스케치 · 시트(데이터) 설계 · 교사 검토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스케치 → 프롬프트 변환 · AI Studio 생성 · 다듬기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Apps Script 뼈대 연결 · 가짜 데이터로 화면 동작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설계를 먼저 할까요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'다 만들고 싶다'는 마음이 프로젝트를 망치는 첫 번째 이유예요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0594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05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만들면서 정하면 생기는 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담당과 보드 담당이 서로 다른 것을 만들고 있어요 → 합칠 때 대참사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06624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095244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79776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화면과 데이터를 '먼저 합의'하면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따로 만들어도 나중에 딱 맞물려요 — 이것이 협업의 기술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38454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3845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69080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범위를 '먼저 제한'하면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기능부터 완성 → 시간이 남으면 추가. 반대로 하면 아무것도 완성 못 해요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285232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67385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673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358384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개발 회사도 똑같아요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 → 디자인 시안 → DB 설계 → 개발. 오늘 그 과정을 압축 체험해요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프로젝트 — 필수 기능과 우회 전략 요약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우회는 미완성이 아니라 '설계 전략' — 실제 개발의 프로토타이핑 기법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3291840"/>
                <a:gridCol w="231343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프로젝트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 기능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우회 전략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부품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매점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 판매·재고 차감·인기 순위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RFID → 웹 버튼 + 무게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7세그·무게·진동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키오스크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메뉴·장바구니·주문번호·매출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실결제 → 가상 포인트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7세그(주문번호)·소리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우산 대여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QR 대여·반납·이용 통계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GPS → 초음파·무게 거치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초음파·무게·7세그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화분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수분·빛·온습도 측정·급수 관리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펌프 → 급수 알림(웹·LED)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토양습도·빛·DHT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출석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체크인·현재 인원·출석부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NFC → 웹 QR + 홀 도어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홀(도어)·7세그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팀의 공통 뼈대 = 4회차 템플릿 (웹앱 ↔ Apps Script ↔ 시트 ↔ ESP32) — 다른 건 '내용물'뿐!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기능 명세서 + 역할 분담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문장은 반드시 '검증 가능하게' — 되고/안 되고를 확인할 수 있어야 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기능 (이것 없으면 실패)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'웹에서 상품을 누르면 재고가 1 줄고 시트에 기록된다'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기능 (시간 남으면) / 제외 기능 (이번엔 안 만듦)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'재고 3 이하 경고' / '실제 결제 제외' — 제외를 적는 것도 훌륭한 설계 결정!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기능마다 사용 부품 명시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주문 알림 → 7세그(번호) + LED(깜빡임). 부품이 안 적힌 기능은 아직 설계가 아니에요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4개의 모자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🌐 웹 / 🔧 하드웨어 / 📊 데이터 / 🎤 발표·기록 — 책임자 = 막혔을 때 가장 먼저 달려드는 사람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검토 기준 : 다른 팀이 명세서만 읽고도 무엇을 만드는지 정확히 알 수 있나요?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② 와이어프레임 — 종이에 화면 그리기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스케치 한 장이 코드 백 줄을 아껴요 — 예쁘게 그릴 필요 전혀 없음!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우리 팀 화면 스케치 사진 (v1)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참고 예시 — 매점 화면 스케치 (교사 제공)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화면 비율의 네모를 그려요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앱은 모바일 우선 — 세로로 길게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요소를 네모·글자로 배치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/ 큰 숫자(재고·인원) / 버튼(크게!) / 목록 / 통계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화면이 여러 개면 화살표로 연결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메뉴 화면 → [주문] → 완료 화면(주문번호)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버튼마다 '누르면 무슨 일이?' 메모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메모가 그대로 Apps Script의 할 일 목록이 돼요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촬영해서 팀 드라이브 '설계' 폴더에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파일명 : 팀○_화면스케치_v1 — 발표 자료로 재사용!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옆 팀에게 사진만 보여주고 설명 없이 이해되는지 테스트 — 통과하면 프롬프트로 옮길 준비 완료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③ 시트 설계 — 우리 팀 데이터베이스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표의 열 제목을 정하는 것 = 데이터베이스 설계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5879592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프로젝트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시트(탭) 구성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구성 예시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매점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 / 판매로그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상품명·가격·재고 / 시각·상품명·수량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키오스크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 / 주문로그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메뉴명·가격 / 시각·주문번호·내역·합계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우산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우산현황 / 대여로그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우산번호·상태 / 번호·대여시각·반납시각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화분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환경로그 / 급수로그 / 설정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시각·수분·온도·습도·조도 / 시각·자동여부 / 임계값·명령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출석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학생명부 / 출입로그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이름·QR값 / 이름·입실시각·퇴실시각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원칙 : ① 기록(로그)은 지우지 않고 계속 쌓아요 ② 현재 상태와 기록을 다른 탭으로 분리해요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프롬프트 작성법 — 스케치를 문장으로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시키는 능력 = 요구사항을 명확히 쓰는 능력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무엇을 만드는지 한 문장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"학교 매점 관리 웹앱을 만들어줘"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화면 요소를 스케치 순서대로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"상단 제목, 상품 카드 6개(이름·가격·재고·판매 버튼), 하단에 오늘 판매 수·인기 순위"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공통 디자인 규칙 (전 팀 동일)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"파란 계열, 모바일 우선, 버튼 크게, 아이콘 사용, 큰 글씨"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동작 규칙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"판매 버튼을 누르면 재고가 1 줄고 확인 메시지 표시"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나쁜 프롬프트 : '매점 앱 이쁘게' — 모호하게 시키면 모호한 결과. 스케치의 모든 요소를 문장에!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원문 예시 — 매점팀 버전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팀은 화면·action 이름만 자기 것으로 교체 — 구조는 그대로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학교 매점 관리 웹앱(PWA)을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만들어줘.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화면 1 · 판매 화면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제목 "[3팀] 스마트 매점"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상품 카드 6개 : 이름, 가격,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남은 재고, [판매] 버튼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[판매]를 누르면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[웹앱 URL]?action=sell&amp;item=상품명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으로 요청하고 "판매 완료" 표시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화면 2 · 통계 화면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오늘 판매 수와 인기 순위 표시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[웹앱 URL]?action=stats 에서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가져와 표시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화면 1과 탭으로 전환되게 해줘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공통 디자인 : 파란 계열,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모바일 우선, 버튼·글자 크게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화면별로 나눠 쓰면 AI가 화면 전환까지 만들어 줘요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action·item의 철자는 시트·Apps Script 분기와 완전히 같아야 (4회차 '이름 대조표'!)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 반응은 프롬프트에 넣지 않아요 — 그건 시트 명령 셀과 ESP32의 몫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완성되면 4회차 방법으로 팀원 전원 폰에 PWA 설치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스캔 필요 팀 : "카메라로 QR을 스캔하는 기능을 추가해줘" 한 문장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④ Apps Script 뼈대 + 가짜 데이터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하드웨어보다 화면을 먼저 완성하는 개발 요령 — '가짜 데이터(mock)'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[Apps Script] action 분기 뼈대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doGet(e)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 = e.parameter.action;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 == "sell")   return sell(e);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 == "stats")  return stats();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 == "latest") return latest();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.createTextOutput("unknown");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[웹앱 JS] 아직 시트가 비었다면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가짜 데이터로 화면부터 확인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mock = {"cola": 7, "chip": 3};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renderStock(mock); // 그리기 테스트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 파라미터로 '요청 종류'를 구분 — 3회차 엔드포인트의 응용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sell·stats 같은 함수를 하나씩 채워가요 (6회차)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 데이터로 화면 로직을 미리 검증 → 나중에 진짜 데이터로 교체만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완성선 : 화면이 그럴듯하게 '동작하는 척'까지!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산출물 체크 — 4종 세트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문서 3종 + 웹앱 1차 버전 — 다음 주는 이 설계도대로 '시공'만 해요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기능 명세서 (필수/추가/제외 + 기능별 부품)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화면 스케치 (버튼별 동작 메모 포함)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시트 설계서 (탭 구성 + 열 제목)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AI Studio 웹앱 1차 버전 (가짜 데이터로 동작)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팀원 전원 폰에 PWA 설치 + 교사 검토 사인 — 설계 승인 후 다음 주 착공!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체크 질문 : 옆 팀이 우리 문서 3종만 보고 우리 시스템을 설명할 수 있나요? 없다면 아직 덜 구체적인 것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프로젝트를 확정하고 검증 가능한 기능 명세서를 썼어요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화면 설계와 시트(데이터) 설계를 문서로 남겼어요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AI Studio로 우리 프로젝트 웹앱 1차 버전을 만들었어요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가짜 데이터로 화면 동작을 검증했어요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— 6회차 : 심장을 연결해요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 배선 확정 + 센서 캘리브레이션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→ 시트 → ESP32 엔드투엔드 완성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화면과 CSV까지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30분 : 기능 동결 선언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📂 설계 문서 3종을 팀 드라이브에 업로드 — 설계서는 만들고 끝이 아니라 '지도'예요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2026-07-20T12:43:39Z</dcterms:created>
  <dcterms:modified xsi:type="dcterms:W3CDTF">2026-07-20T12:43:39Z</dcterms:modified>
</cp:coreProperties>
</file>