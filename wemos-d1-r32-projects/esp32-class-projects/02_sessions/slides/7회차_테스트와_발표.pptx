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842248" y="704088"/>
            <a:ext cx="68580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8048" y="704088"/>
            <a:ext cx="685800" cy="50292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213848" y="841248"/>
            <a:ext cx="64008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53928" y="841248"/>
            <a:ext cx="594360" cy="45720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10058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7" name="Shape 5"/>
          <p:cNvSpPr/>
          <p:nvPr/>
        </p:nvSpPr>
        <p:spPr>
          <a:xfrm>
            <a:off x="9464040" y="64008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49840" y="114300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77724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384280" y="12344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기반 IoT 메이커 교육 · ESP32 × 센서 모듈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1051560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132C4F"/>
          </a:solidFill>
          <a:ln w="12700">
            <a:solidFill>
              <a:srgbClr val="1BC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0515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7회차 / 7회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1783080"/>
            <a:ext cx="11155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발표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7주의 증명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02920" y="33101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FC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사람이 써도 되는 시스템일까요 — 테스트로 다듬고, 발표로 증명해요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교차 사용성 테스트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64992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47872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준비 · 리허설 · 백업 영상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27064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9944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9944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발표 &amp; 시연 ①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89136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2016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72016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발표 ② · 성찰 · 시상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· 리허설 · 최종 발표 · 4시간 과정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목표와 흐름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50분 수업 + 10분 휴식 · 4교시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213969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02996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팀의 시선으로 우리 시스템의 약점을 찾아 보완해요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333756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355701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44728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정의부터 확장 계획까지, 5단계 구조로 발표를 완성해요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475488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497433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86460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동료의 프로젝트를 기준을 갖고 평가하고, 나의 7주를 성찰해요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2084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시간표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920240"/>
          <a:ext cx="49651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593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활동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교차 테스트 (옆 팀 시스템을 시나리오 카드로 사용) · 오류 보완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발표 슬라이드 완성 · 시연 리허설 2회 · 백업 영상 촬영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1~3팀 발표 (발표 5분 + 시연 4분 + 질의 2분)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4~5팀 발표 · 상호평가 집계 · 성찰 · 시상 · 수료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'남'이 테스트해야 할까요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사람은 자기 시스템의 함정을 보지 못해요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10512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사람의 사용법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정확한 순서로, 조심스럽게, 될 만한 것만 눌러요 — 버그가 숨을 곳이 많아요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715768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3108960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788920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 쓰는 사람의 사용법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 없이 아무거나, 연달아, 이상한 순서로 눌러요 — 진짜 사용 환경!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4014216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4407408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087368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 오늘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팀을 맞바꿔 옆 팀 시스템을 사용해 봐요 — 실제 기업의 'QA·베타테스트' 과정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① 테스트 시나리오 카드 실행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 기록 양식 : [언제] [무엇을 했더니] [무엇이 일어났다] [기대한 것은] — 4칸이 채워져야 고칠 수 있어요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720215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72021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 시나리오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 문구만 보고 기본 기능 사용 — 설명 없이 가능했나요?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535174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2838069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8380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608326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짓궂은 시나리오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연타 · 뒤로 가기 · 순서 바꿔 누르기 — 시스템이 버티나요?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653028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955923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95592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726180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확인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방금 행동이 시트에 정확히 남았나요? 중복·누락은 없나요?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770882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5073777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507377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4844034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 기록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머뭇거린 지점 = 개선 포인트. '어디서 3초 이상 멈췄나'를 적어요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수리 원칙 : 화면 수준의 작은 수리만! 큰 수술은 발표에서 '한계와 개선 계획'으로 말하는 게 더 멋있어요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구성 — 5단계 스토리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자랑이 아니라 '문제 해결 이야기'를 들려줘요 (발표 5분 + 시연 4분 + 질의 2분)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766267"/>
          </a:xfrm>
          <a:prstGeom prst="roundRect">
            <a:avLst>
              <a:gd name="adj" fmla="val 9547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608430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6084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문제 정의 (1장)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학교의 어떤 불편함에서 출발했나 — 사진 한 장이면 최고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311603"/>
            <a:ext cx="11183112" cy="766267"/>
          </a:xfrm>
          <a:prstGeom prst="roundRect">
            <a:avLst>
              <a:gd name="adj" fmla="val 9547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2502713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50271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384755"/>
            <a:ext cx="1014984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우리의 설계 (1~2장)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구조도 + 구조 B를 선택한 이유 (4회차 비교표가 근거!)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205886"/>
            <a:ext cx="11183112" cy="766267"/>
          </a:xfrm>
          <a:prstGeom prst="roundRect">
            <a:avLst>
              <a:gd name="adj" fmla="val 9547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396996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3969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279038"/>
            <a:ext cx="1014984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시연 (실물 4분) — 발표의 심장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시나리오를 폰→장치→시트 순서로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100170"/>
            <a:ext cx="11183112" cy="766267"/>
          </a:xfrm>
          <a:prstGeom prst="roundRect">
            <a:avLst>
              <a:gd name="adj" fmla="val 9547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4291279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429127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4173322"/>
            <a:ext cx="1014984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우회와 배움 (1장)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'RFID 대신 웹 버튼을 쓴 이유' — 제약을 설계로 푼 이야기는 감점이 아니라 가점!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4994453"/>
            <a:ext cx="11183112" cy="766267"/>
          </a:xfrm>
          <a:prstGeom prst="roundRect">
            <a:avLst>
              <a:gd name="adj" fmla="val 9547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" y="5185562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" y="518556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80160" y="5067605"/>
            <a:ext cx="1014984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데이터와 확장 (1장)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쌓인 데이터·통계 보여주기 + '한 달 더 있다면?' 확장 계획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리허설로 시간을 실측하지 않으면 반드시 초과해요!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시연이 무대에서 배신하지 않게 하려면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때 확정한 배치를 사진으로 남기면, 본 발표 세팅이 3분 만에 끝나요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212080" cy="2400300"/>
          </a:xfrm>
          <a:prstGeom prst="roundRect">
            <a:avLst>
              <a:gd name="adj" fmla="val 3810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211455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2690622"/>
            <a:ext cx="466344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발표 부스 세팅 사진 — 장비 배치 전경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4091940"/>
            <a:ext cx="5212080" cy="2400300"/>
          </a:xfrm>
          <a:prstGeom prst="roundRect">
            <a:avLst>
              <a:gd name="adj" fmla="val 3810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02920" y="478917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7240" y="5365242"/>
            <a:ext cx="466344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폰 화면 공유 상태(미러링/카메라) 확인 컷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2043684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0436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1783080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최소 2회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1회 : 흐름 점검 / 2회 : 시간 재기 + 역할(조작·해설) 확정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26480" y="2985516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9855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724912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백업 영상 촬영 (전 팀 의무)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되는 지금 모습을 녹화 — 무대 위 WiFi는 언제나 배신할 수 있어요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26480" y="3927348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39273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3666744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환경 점검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핫스팟 연결 · 보드 전원 · 폰 화면 미러링(또는 카메라) 리허설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26480" y="4869180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48691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4608576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대응 시나리오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시연이 멈추면 → 침착하게 '준비한 영상으로 보여드리겠습니다' — 이것도 실력!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26480" y="5811012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58110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5550408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 배치는 청중이 보이는 각도로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보드·폰 거치대·노트북 위치를 사진으로 기록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리허설 2회 중 1회는 '처음 보는 사람' 앞에서 — 아는 사람 앞 리허설은 반쪽짜리예요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기준 — 무엇을 보나요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결과물의 화려함보다 '과정과 이해'를 봐요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680960"/>
                <a:gridCol w="1490472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영역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세부 기준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배점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과정 (40)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 문서의 구체성 · 진행 기록 · 역할 수행 · 문제 해결 과정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결과물 (40)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시나리오 완성도(엔드 투 엔드) · 데이터 기록과 통계 · 안정성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발표 (20)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5단계 구성 · 시연 성공(영상 대체 인정) · 질의 응답 · 시간 준수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우회 전략은 감점 요소가 아니에요 — '제약 조건을 설계로 해결한 능력'으로 오히려 평가에 반영돼요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듣는 팀의 역할 — 상호평가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평가자가 되어 보면 내 프로젝트도 다시 보여요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10512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상호평가지 작성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발표마다 : 가장 인상적인 점 1 · 궁금한 점 1 · 별점(완성도/발표력)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715768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3108960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788920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규칙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팀당 최소 1개 질문 — '왜 그렇게 설계했나요?'류의 과정 질문이 좋은 질문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4014216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4407408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087368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집계와 시상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교사 평가 + 상호평가 합산 → 최우수 · 아이디어상 · 끈기상 · 데이터상 · 협업상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팀이 하나 이상의 상을 받아요 — 7주를 완주한 것 자체가 이미 수상 자격이에요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성찰 — 세 가지 질문에 답을 쓰자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제출하는 마지막 산출물 : 성찰 노트 1장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10512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가장 어려웠던 순간과 넘은 방법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에러 앞에서 무엇을 했나 — 구간을 나눠 점검했던 경험을 떠올려 봐요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715768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3108960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788920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7주 전의 나에게 해줄 조언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'설계 먼저 해' '한 번에 다 고치지 마' — 여러분의 조언이 다음 기수의 교재가 돼요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4014216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4407408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087368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더 배우고 싶어진 것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웹? 하드웨어? 데이터? AI? — 다음 걸음의 방향을 스스로 정해요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다음은? — 확장의 갈림길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시스템은 진짜 서비스의 축소판 — 늘릴 방향도 진짜와 같아요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05940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05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깊은 하드웨어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센서·액추에이터 추가, 배터리 구동, 케이스 3D프린팅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706624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3095244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095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779776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깊은 소프트웨어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DB(파이어베이스) · 알림 푸시 · 관리자 페이지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995928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4384548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3845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069080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깊은 데이터·AI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쌓인 CSV로 예측해 보기 · 이미지 분류 정확도 올리기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5285232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5673852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5673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5358384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동아리·대회로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교내 실사용 운영, 메이커 대회·창업 동아리 출품 — 우리 시스템은 이미 포트폴리오!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수업 정리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60350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727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우리가 해낸 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5528" y="2103120"/>
            <a:ext cx="548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1주 : LED 하나 켜는 것부터 시작했어요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2~3주 : 센서를 읽고, 웹을 만들고, 서버가 되었어요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4주 : 클라우드에 데이터가 남기 시작했어요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5~6주 : 설계하고, 연결하고, 통계까지 완성했어요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7주 : 남 앞에서 증명했어요 — 완주!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12280" y="1371600"/>
            <a:ext cx="4873752" cy="4434840"/>
          </a:xfrm>
          <a:prstGeom prst="roundRect">
            <a:avLst>
              <a:gd name="adj" fmla="val 2062"/>
            </a:avLst>
          </a:prstGeom>
          <a:solidFill>
            <a:srgbClr val="0B1B33"/>
          </a:solidFill>
          <a:ln/>
        </p:spPr>
      </p:sp>
      <p:sp>
        <p:nvSpPr>
          <p:cNvPr id="7" name="Shape 5"/>
          <p:cNvSpPr/>
          <p:nvPr/>
        </p:nvSpPr>
        <p:spPr>
          <a:xfrm flipV="1">
            <a:off x="8842248" y="5047488"/>
            <a:ext cx="68580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28048" y="5047488"/>
            <a:ext cx="685800" cy="50292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213848" y="5184648"/>
            <a:ext cx="64008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53928" y="5184648"/>
            <a:ext cx="594360" cy="45720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53492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9464040" y="498348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49840" y="548640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89920" y="512064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384280" y="55778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5727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수료를 축하합니다 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14032" y="2103120"/>
            <a:ext cx="4343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여러분은 이제 IoT 시스템을 '전 구간' 만들어 본 사람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· 하드웨어 · 클라우드 · 데이터를 모두 통과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프로젝트는 오늘보다 쉽게 느껴질 것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감각이 7주의 진짜 성적표예요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기술은 도구이고, 여러분이 배운 것은 '문제를 해결하는 방법'이에요 — 어디에든 다시 쓸 수 있어요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2026-07-20T12:43:39Z</dcterms:created>
  <dcterms:modified xsi:type="dcterms:W3CDTF">2026-07-20T12:43:39Z</dcterms:modified>
</cp:coreProperties>
</file>