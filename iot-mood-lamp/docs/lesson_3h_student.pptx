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87b9681-4d5b-612b-b347-dc7be8f03f18}">
          <p14:sldIdLst>
            <p14:sldId id="256"/>
          </p14:sldIdLst>
        </p14:section>
        <p14:section name="소개" id="{3364e517-3330-b066-ad9d-9a2143aff394}">
          <p14:sldIdLst>
            <p14:sldId id="257"/>
            <p14:sldId id="258"/>
            <p14:sldId id="259"/>
          </p14:sldIdLst>
        </p14:section>
        <p14:section name="배선" id="{41947b29-6f9d-7224-5a91-a53699cc3cc0}">
          <p14:sldIdLst>
            <p14:sldId id="260"/>
            <p14:sldId id="261"/>
            <p14:sldId id="262"/>
          </p14:sldIdLst>
        </p14:section>
        <p14:section name="진행" id="{913164de-83c5-71da-6daa-3ddd4e7ce28c}">
          <p14:sldIdLst>
            <p14:sldId id="263"/>
            <p14:sldId id="264"/>
            <p14:sldId id="265"/>
            <p14:sldId id="266"/>
            <p14:sldId id="267"/>
          </p14:sldIdLst>
        </p14:section>
        <p14:section name="도움" id="{89169b5e-238e-732c-48cf-aa9a362555bb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학생용 안내. 두 버전(V1 네오픽셀, V2 릴레이 전구)을 같은 다섯 걸음으로 진행한다.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CFC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IoT 무드등 만들기 · 학생용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822960" cy="822960"/>
          </a:xfrm>
          <a:prstGeom prst="ellipse">
            <a:avLst/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845820"/>
            <a:ext cx="411480" cy="4114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내 손으로 만드는 IoT 무드등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28346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어두워지고 사람이 오면 저절로 켜지고, 폰 버튼과 말로도 켜지는 조명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오늘 3시간 · 팀마다 보드 1대 · 네오픽셀 버전 또는 전구 버전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 만들 것 — 우리 팀은 어느 버전?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두 버전 모두 같은 보드, 같은 센서, 같은 코드 흐름입니다. 다른 것은 '무엇으로 빛을 내느냐' 하나뿐.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9776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83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943100"/>
            <a:ext cx="320040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91840" y="192024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91840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5146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네오픽셀 버전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97180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16개 RGB LED 띠가 조명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색·밝기를 마음대로 바꿈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5V만 사용 — 220V 없음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배선 전부 내가 직접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09160" y="1554480"/>
            <a:ext cx="39776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37760" y="1783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943100"/>
            <a:ext cx="320040" cy="3200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543800" y="192024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E9D3E"/>
          </a:solidFill>
          <a:ln w="12700">
            <a:solidFill>
              <a:srgbClr val="2E9D3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543800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937760" y="25146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릴레이 전구 버전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4937760" y="297180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진짜 220V 전구가 조명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켜기·끄기만 (색 없음)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릴레이 = 보드가 누르는 스위치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220V 쪽은 선생님이 연결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다섯 걸음 — 걸음마다 '성공 기준' 하나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77240" y="1234440"/>
            <a:ext cx="731520" cy="731520"/>
          </a:xfrm>
          <a:prstGeom prst="ellipse">
            <a:avLst/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chemeClr val="bg1"/>
                </a:solidFill>
              </a:rPr>
              <a:t>1</a:t>
            </a:r>
            <a:endParaRPr lang="en-US" sz="2080" dirty="0"/>
          </a:p>
        </p:txBody>
      </p:sp>
      <p:sp>
        <p:nvSpPr>
          <p:cNvPr id="5" name="Shape 3"/>
          <p:cNvSpPr/>
          <p:nvPr/>
        </p:nvSpPr>
        <p:spPr>
          <a:xfrm>
            <a:off x="1645920" y="1463040"/>
            <a:ext cx="411480" cy="274320"/>
          </a:xfrm>
          <a:prstGeom prst="rightArrow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배선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11480" y="2560320"/>
            <a:ext cx="1463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256032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전원 넣어도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연기 안 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1234440"/>
            <a:ext cx="731520" cy="731520"/>
          </a:xfrm>
          <a:prstGeom prst="ellipse">
            <a:avLst/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6888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chemeClr val="bg1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Shape 9"/>
          <p:cNvSpPr/>
          <p:nvPr/>
        </p:nvSpPr>
        <p:spPr>
          <a:xfrm>
            <a:off x="3337560" y="1463040"/>
            <a:ext cx="411480" cy="274320"/>
          </a:xfrm>
          <a:prstGeom prst="rightArrow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5740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센서 테스트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103120" y="2560320"/>
            <a:ext cx="1463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256032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시리얼에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숫자가 보임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60520" y="1234440"/>
            <a:ext cx="731520" cy="731520"/>
          </a:xfrm>
          <a:prstGeom prst="ellipse">
            <a:avLst/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52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chemeClr val="bg1"/>
                </a:solidFill>
              </a:rPr>
              <a:t>3</a:t>
            </a:r>
            <a:endParaRPr lang="en-US" sz="2080" dirty="0"/>
          </a:p>
        </p:txBody>
      </p:sp>
      <p:sp>
        <p:nvSpPr>
          <p:cNvPr id="17" name="Shape 15"/>
          <p:cNvSpPr/>
          <p:nvPr/>
        </p:nvSpPr>
        <p:spPr>
          <a:xfrm>
            <a:off x="5029200" y="1463040"/>
            <a:ext cx="411480" cy="274320"/>
          </a:xfrm>
          <a:prstGeom prst="rightArrow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74904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출력 테스트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794760" y="2560320"/>
            <a:ext cx="1463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94760" y="256032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V1 무지개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V2 딸깍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852160" y="1234440"/>
            <a:ext cx="731520" cy="731520"/>
          </a:xfrm>
          <a:prstGeom prst="ellipse">
            <a:avLst/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5216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chemeClr val="bg1"/>
                </a:solidFill>
              </a:rPr>
              <a:t>4</a:t>
            </a:r>
            <a:endParaRPr lang="en-US" sz="2080" dirty="0"/>
          </a:p>
        </p:txBody>
      </p:sp>
      <p:sp>
        <p:nvSpPr>
          <p:cNvPr id="23" name="Shape 21"/>
          <p:cNvSpPr/>
          <p:nvPr/>
        </p:nvSpPr>
        <p:spPr>
          <a:xfrm>
            <a:off x="6720840" y="1463040"/>
            <a:ext cx="411480" cy="274320"/>
          </a:xfrm>
          <a:prstGeom prst="rightArrow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4068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자동 무드등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0" y="2560320"/>
            <a:ext cx="1463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0" y="256032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불 끄고 손 흔들면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켜짐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543800" y="1234440"/>
            <a:ext cx="731520" cy="73152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4380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chemeClr val="bg1"/>
                </a:solidFill>
              </a:rPr>
              <a:t>5</a:t>
            </a:r>
            <a:endParaRPr lang="en-US" sz="2080" dirty="0"/>
          </a:p>
        </p:txBody>
      </p:sp>
      <p:sp>
        <p:nvSpPr>
          <p:cNvPr id="29" name="Text 27"/>
          <p:cNvSpPr txBox="1"/>
          <p:nvPr/>
        </p:nvSpPr>
        <p:spPr>
          <a:xfrm>
            <a:off x="713232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폰 연동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178040" y="2560320"/>
            <a:ext cx="1463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178040" y="256032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폰에서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"켜 줘"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74904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EEE9FB"/>
          </a:solidFill>
          <a:ln w="12700">
            <a:solidFill>
              <a:srgbClr val="EEE9F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37947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2E99"/>
                </a:solidFill>
              </a:rPr>
              <a:t>성공 기준을 통과하면 다음 걸음으로. </a:t>
            </a:r>
            <a:pPr indent="0" marL="0">
              <a:buNone/>
            </a:pPr>
            <a:r>
              <a:rPr lang="en-US" sz="1200" dirty="0">
                <a:solidFill>
                  <a:srgbClr val="4C2E99"/>
                </a:solidFill>
              </a:rPr>
              <a:t>걸음 1·2·4·5는 두 버전이 완전히 같고, 걸음 3만 네오픽셀 / 릴레이로 갈라집니다. 막히면 체크리스트(13쪽)를 먼저 보고 손을 듭니다.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 시간표 (180분)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0292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시간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할 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성공 기준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0:00–0:15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완성품 구경 · 부품 확인 · 우리 팀 버전 확인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0:15–0:45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① 배선 — 실드에 부품 3개 꽂기 (V1 SEL 뺌 · V2 SEL 꽂음)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전원 넣어도 연기 안 남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0:45–1:05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② 센서 테스트 — 가리면 % 내려감 · PIR 감지 · DARK_LEVEL 정하기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시리얼에 숫자 보임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1:05–1:25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③ 출력 테스트 — V1 무지개·c red / V2 1·0·blink 딸깍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무지개 / 딸깍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1:25–1:35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쉬는 시간 (V2 팀: 이때 선생님이 220V 전구를 연결)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1:35–2:05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④ 자동 무드등 — DARK_LEVEL 적고 업로드 · 불 끄고 손 흔들기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저절로 켜짐·꺼짐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2:05–2:40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⑤ 폰 연동 — TEAM_ID 한 줄 바꿔 업로드 · 앱에서 팀 선택 · 버튼·음성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폰에서 "켜 줘"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2:40–3:00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팀별 발표 · 정리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보드 알아보기 — 센서쉴드에 바로 꽂는다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B2536"/>
                </a:solidFill>
              </a:rPr>
              <a:t>아래 보드가 Wemos D1 R32 (칩은 ESP32 · 와이파이 내장), 위에 꽂은 빨간 판이 센서쉴드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B2536"/>
                </a:solidFill>
              </a:rPr>
              <a:t>실드에는 핀마다 S·V·G 3핀 헤더 — 브레드보드 없이 암-암 점퍼선으로 바로 꽂음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B2536"/>
                </a:solidFill>
              </a:rPr>
              <a:t>실드의 숫자 = 우노 라벨. 코드에서는 GPIO 번호를 쓰지만, 우리는 아래 표의 자리만 알면 됨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B2536"/>
                </a:solidFill>
              </a:rPr>
              <a:t>조도센서 VCC만 따로: 실드 V는 5V라서, Bluetooth 헤더의 3V3 핀에 꽂음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71600"/>
                <a:gridCol w="3474720"/>
                <a:gridCol w="82296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부품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실드 자리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모듈 핀 → 헤더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V1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네오픽셀 띠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6"/>
                          </a:solidFill>
                        </a:rPr>
                        <a:t>6번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DIN→S · 5V→V · GND→G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08A1C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D3E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릴레이 (KY-019)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6"/>
                          </a:solidFill>
                        </a:rPr>
                        <a:t>2번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S→S · +→V · −→G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08A1C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D3E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인체감지 PIR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6"/>
                          </a:solidFill>
                        </a:rPr>
                        <a:t>3번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OUT→S · VCC→V · GND→G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08A1C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D3E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조도센서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6"/>
                          </a:solidFill>
                        </a:rPr>
                        <a:t>A3 + 3V3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AO→S · GND→G · VCC→3V3 핀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08A1C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D3E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① 배선 — V1 네오픽셀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772400" y="5029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0" y="5029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V1</a:t>
            </a:r>
            <a:endParaRPr lang="en-US" sz="1100" dirty="0"/>
          </a:p>
        </p:txBody>
      </p:sp>
      <p:pic>
        <p:nvPicPr>
          <p:cNvPr id="5" name="Image 0" descr="/home/user/esp32/iot-mood-lamp/docs/images/wiring_v1_neopix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5720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577840" y="105156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네오픽셀 → 실드 6번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6677E"/>
                </a:solidFill>
              </a:rPr>
              <a:t>DIN→S · 5V→V · GND→G · 화살표 쪽이 DIN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PIR → 실드 3번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6677E"/>
                </a:solidFill>
              </a:rPr>
              <a:t>OUT→S · VCC→V · GND→G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조도센서 → A3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677E"/>
                </a:solidFill>
              </a:rPr>
              <a:t>AO→S · GND→G · VCC는 Bluetooth 헤더 3V3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577840" y="3017520"/>
            <a:ext cx="3108960" cy="1691640"/>
          </a:xfrm>
          <a:prstGeom prst="roundRect">
            <a:avLst>
              <a:gd name="adj" fmla="val 6486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82112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7220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9A1C12"/>
                </a:solidFill>
              </a:rPr>
              <a:t>SEL 점퍼는 뺀다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1C12"/>
                </a:solidFill>
              </a:rPr>
              <a:t>네오픽셀 전원은 충전기 2.4A 포트 → EXT PWR, 보드는 1A 포트 → micro USB. 점퍼를 꽂은 채 EXT PWR에 전원을 넣으면 합선. 업로드 중엔 PC USB만.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① 배선 — V2 릴레이 전구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772400" y="5029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E9D3E"/>
          </a:solidFill>
          <a:ln w="12700">
            <a:solidFill>
              <a:srgbClr val="2E9D3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0" y="5029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pic>
        <p:nvPicPr>
          <p:cNvPr id="5" name="Image 0" descr="/home/user/esp32/iot-mood-lamp/docs/images/wiring_v2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572000" cy="3611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577840" y="105156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릴레이 → 실드 2번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6677E"/>
                </a:solidFill>
              </a:rPr>
              <a:t>S→S · +→V · −→G (3핀 나란히)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PIR → 실드 3번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6677E"/>
                </a:solidFill>
              </a:rPr>
              <a:t>OUT→S · VCC→V · GND→G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조도센서 → A3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6677E"/>
                </a:solidFill>
              </a:rPr>
              <a:t>AO→S · GND→G · VCC는 Bluetooth 헤더 3V3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E9D3E"/>
                </a:solidFill>
              </a:rPr>
              <a:t>SEL 점퍼는 꽂는다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677E"/>
                </a:solidFill>
              </a:rPr>
              <a:t>보드 5V로 릴레이·PIR까지 동작. 전원은 5V 1A 충전기 1개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577840" y="3429000"/>
            <a:ext cx="3108960" cy="1280160"/>
          </a:xfrm>
          <a:prstGeom prst="roundRect">
            <a:avLst>
              <a:gd name="adj" fmla="val 8571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593592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72200" y="353872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9A1C12"/>
                </a:solidFill>
              </a:rPr>
              <a:t>220V는 절대 만지지 않는다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1C12"/>
                </a:solidFill>
              </a:rPr>
              <a:t>전구·콘센트 쪽(COM·NO 단자)은 선생님이 연결하고 덮는다. 나는 실드 쪽 저전압 배선까지만.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② 센서 테스트 — 숫자 하나 정하기 (공통)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1B2536"/>
          </a:solidFill>
          <a:ln w="12700">
            <a:solidFill>
              <a:srgbClr val="1B253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45720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조도 원시값=2890  밝기= 70%  → 밝음   → 꺼짐 (기준 30%)  |  PIR=0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PIR ▲ 감지됨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조도 원시값= 830  밝기= 20%  → 어두움 → 켜짐 (기준 30%)  |  PIR=1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step1_sensor_test 업로드 → 시리얼 모니터 115200 · 1초마다 한 줄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346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내 기록표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49377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밝기 %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교실 불 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교실 불 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536"/>
                          </a:solidFill>
                        </a:rPr>
                        <a:t>→ 그 사이 숫자 = DARK_LEVEL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1051560"/>
            <a:ext cx="502920" cy="50292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95010" y="117729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09360" y="10332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손으로 센서를 가린다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309360" y="135331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밝기 %가 내려가야 정상. 올라가면 코드 위쪽 DARK_IS_HIGH를 false로 바꿔 다시 업로드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669280" y="2240280"/>
            <a:ext cx="502920" cy="50292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10" y="2366010"/>
            <a:ext cx="251460" cy="2514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09360" y="22219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 앞에서 움직인다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6309360" y="25420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▲ 감지됨이 뜨는지 본다. 전원 넣고 30~60초는 값이 불안정하니 기다린다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669280" y="3429000"/>
            <a:ext cx="502920" cy="50292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010" y="3554730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309360" y="34107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DARK_LEVEL 정하기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309360" y="373075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불 켬 70% · 불 끔 15% 라면 그 사이 30. 이 숫자를 ④·⑤ 코드에 똑같이 적는다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③ V1 — 무지개가 흐르면 성공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772400" y="5029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0" y="5029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B2536"/>
          </a:solidFill>
          <a:ln w="12700">
            <a:solidFill>
              <a:srgbClr val="1B253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LED_PIN    27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LED_COUNT 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Adafruit_NeoPixel strip(LED_COUNT,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LED_PIN, NEO_GRB + NEO_KHZ800);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strip.setBrightness(50);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60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step2_neopixel_test — 이 설정은 바꾸지 않습니다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시리얼에 쳐 보기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375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red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33375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빨강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11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FF8800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36118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6자리 색 코드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8862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rainbow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3886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무지개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50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4160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밝기 0~255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4434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끄기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이렇게 보이면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846320" y="146304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8348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초록·빨강·파랑·꺼짐이 한 칸씩 멈춰 있음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983480" y="182880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→ NEO_GRB 로 되어 있는지 확인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228600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8348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끝쪽 LED가 안 켜지거나 앞쪽만 켜짐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983480" y="265176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→ LED_COUNT 를 내 띠의 LED 개수로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6320" y="310896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154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 red 쳤는데 다른 색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983480" y="347472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→ NEO_GRB → NEO_RGB 로 바꿔 보기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393192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983480" y="3977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아예 안 켜짐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983480" y="429768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→ EXT PWR 전원 · SEL 점퍼 뺐는지 · DIN 방향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③ V2 — '딸깍' 소리가 나면 성공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772400" y="5029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E9D3E"/>
          </a:solidFill>
          <a:ln w="12700">
            <a:solidFill>
              <a:srgbClr val="2E9D3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0" y="5029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B2536"/>
          </a:solidFill>
          <a:ln w="12700">
            <a:solidFill>
              <a:srgbClr val="1B253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int  RELAY_PIN = 26;  // 실드 2번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bool RELAY_ACTIVE_LOW = false;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KY-019형 = HIGH에서 켜짐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부팅 때 깜빡임 방지: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pinMode 전에 '꺼짐'을 먼저 쓴다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60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step2_relay_test — 220V 없이 릴레이만 꽂고 테스트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시리얼에 쳐 보기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375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33375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켜기 — 딸깍 + 모듈 LED 켜짐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11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36118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끄기 — 딸깍 + LED 꺼짐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8862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3886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토글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blink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4160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3번 깜빡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확인할 것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46320" y="146304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6048" y="1591056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0348" y="1705356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532120" y="15087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 → 딸깍 + LED 켜짐 · 0 → 딸깍 + 꺼짐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532120" y="1828800"/>
            <a:ext cx="3063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소리와 LED가 같이 바뀌어야 정상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846320" y="228600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56048" y="2414016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348" y="2528316"/>
            <a:ext cx="228600" cy="22860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532120" y="23317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보드 RESET 버튼을 눌러 본다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5532120" y="2651760"/>
            <a:ext cx="3063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리셋 순간에 릴레이가 붙으면 안 됨 (전구가 깜빡이면 안 됨)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846320" y="310896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956048" y="3236976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0348" y="3351276"/>
            <a:ext cx="228600" cy="22860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5532120" y="3154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거꾸로 동작하면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5532120" y="3474720"/>
            <a:ext cx="3063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1에서 꺼지고 0에서 켜지면 RELAY_ACTIVE_LOW = true 로 바꿔 업로드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4846320" y="393192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4956048" y="4059936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0348" y="4174236"/>
            <a:ext cx="228600" cy="22860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5532120" y="39776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전구 점등은 선생님이</a:t>
            </a:r>
            <a:endParaRPr lang="en-US" sz="1100" dirty="0"/>
          </a:p>
        </p:txBody>
      </p:sp>
      <p:sp>
        <p:nvSpPr>
          <p:cNvPr id="37" name="Text 31"/>
          <p:cNvSpPr txBox="1"/>
          <p:nvPr/>
        </p:nvSpPr>
        <p:spPr>
          <a:xfrm>
            <a:off x="5532120" y="4297680"/>
            <a:ext cx="3063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쉬는 시간에 220V를 연결해 주시면 ④부터는 진짜 전구로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④ 자동 무드등 — 센서 받고 출력하기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V1 네오픽셀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전구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D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밝기 &lt; DARK_LEVEL 그리고 움직임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웜화이트로 1초 서서히 켜짐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딸깍 — 켜짐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밝기 ≥ DARK_LEVEL + 5% (불 켬)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서서히 꺼짐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딸깍 — 꺼짐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움직임 없이 5분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서서히 꺼짐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꺼짐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시리얼 on / off / auto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수동 ↔ 자동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수동 ↔ 자동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37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코드 위쪽에 ②에서 정한 숫자를 그대로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457200" y="3703320"/>
            <a:ext cx="5120640" cy="868680"/>
          </a:xfrm>
          <a:prstGeom prst="roundRect">
            <a:avLst>
              <a:gd name="adj" fmla="val 12632"/>
            </a:avLst>
          </a:prstGeom>
          <a:solidFill>
            <a:srgbClr val="1B2536"/>
          </a:solidFill>
          <a:ln w="12700">
            <a:solidFill>
              <a:srgbClr val="1B253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3813048"/>
            <a:ext cx="47548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int  DARK_LEVEL   = 30;    // 내 숫자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bool DARK_IS_HIGH = true;  // ②에서 확인한 방향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852160" y="1051560"/>
            <a:ext cx="502920" cy="502920"/>
          </a:xfrm>
          <a:prstGeom prst="ellipse">
            <a:avLst/>
          </a:prstGeom>
          <a:solidFill>
            <a:srgbClr val="2E9D3E"/>
          </a:solidFill>
          <a:ln w="12700">
            <a:solidFill>
              <a:srgbClr val="2E9D3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7890" y="1177290"/>
            <a:ext cx="251460" cy="2514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92240" y="1033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확인 순서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135331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불 끄고 손 흔들기 → 켜짐 · 불 켜기 → 꺼짐 · 가만히 있기 → 꺼짐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852160" y="2240280"/>
            <a:ext cx="502920" cy="50292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7890" y="2366010"/>
            <a:ext cx="251460" cy="2514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492240" y="22219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자기 빛 주의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492240" y="254203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조도센서가 내 조명 빛을 보면 켜짐↔꺼짐 반복. 시리얼 sensor 로 값을 보며 센서를 돌린다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852160" y="3429000"/>
            <a:ext cx="502920" cy="50292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890" y="3554730"/>
            <a:ext cx="251460" cy="2514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492240" y="34107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파일 이름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492240" y="373075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V1 step3_auto_mood_lamp · V2 step3_auto_lamp — 와이파이 없이 동작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⑤ 폰 연동 — 누르면, 말하면 바로 켜진다</a:t>
            </a:r>
            <a:endParaRPr lang="en-US" sz="2800" dirty="0"/>
          </a:p>
        </p:txBody>
      </p:sp>
      <p:pic>
        <p:nvPicPr>
          <p:cNvPr id="3" name="Image 0" descr="app_de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703320" cy="24688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5661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앱은 선생님이 준 링크 하나 · 설정 탭에서 내 팀 번호만 고른다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4023360"/>
            <a:ext cx="3703320" cy="640080"/>
          </a:xfrm>
          <a:prstGeom prst="roundRect">
            <a:avLst>
              <a:gd name="adj" fmla="val 17143"/>
            </a:avLst>
          </a:prstGeom>
          <a:solidFill>
            <a:srgbClr val="EEE9FB"/>
          </a:solidFill>
          <a:ln w="12700">
            <a:solidFill>
              <a:srgbClr val="EEE9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40690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2E99"/>
                </a:solidFill>
              </a:rPr>
              <a:t>반응 0.1~0.5초. 느리면 거의 다 교실 와이파이 문제 — 보드가 아니라.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26280" y="10515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내가 바꾸는 것은 한 줄 — 내 팀 번호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26280" y="1417320"/>
            <a:ext cx="4160520" cy="502920"/>
          </a:xfrm>
          <a:prstGeom prst="roundRect">
            <a:avLst>
              <a:gd name="adj" fmla="val 21818"/>
            </a:avLst>
          </a:prstGeom>
          <a:solidFill>
            <a:srgbClr val="1B2536"/>
          </a:solidFill>
          <a:ln w="12700">
            <a:solidFill>
              <a:srgbClr val="1B253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09160" y="1527048"/>
            <a:ext cx="3794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char* TEAM_ID = "TEAM01";  // 내 팀 번호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19659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와이파이·브로커 값은 선생님이 미리 채워 둔 파일 (step5_app_mqtt)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26280" y="2331720"/>
            <a:ext cx="411480" cy="41148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2434590"/>
            <a:ext cx="205740" cy="2057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074920" y="2331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업로드 → 시리얼에 "브로커 연결됨"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526280" y="2834640"/>
            <a:ext cx="411480" cy="41148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150" y="2937510"/>
            <a:ext cx="205740" cy="2057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074920" y="283464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앱 설정 탭 → 내 팀 선택 → 켜기 버튼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526280" y="3337560"/>
            <a:ext cx="411480" cy="41148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9150" y="3440430"/>
            <a:ext cx="205740" cy="2057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74920" y="33375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🎤 "켜 줘" · "꺼 줘" · "자동으로"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26280" y="39319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526280" y="39319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V1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553212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색·밝기도 됨 — "파란색으로" · "밝기 50"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26280" y="4315968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E9D3E"/>
          </a:solidFill>
          <a:ln w="12700">
            <a:solidFill>
              <a:srgbClr val="2E9D3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26280" y="431596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5532120" y="431596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켜기·끄기·자동만 — 색 명령은 무시됨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막혔을 때 — 손 들기 전에 30초 체크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31445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16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전원·점퍼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78308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업로드 중엔 PC USB만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V1: SEL 뺌 + EXT PWR 연결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V2: SEL 꽂음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선이 S·V·G 자리에 맞나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46120" y="105156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29000" y="11887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4730" y="131445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69080" y="1216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센서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78308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가리면 % 내려가나 (DARK_IS_HIGH)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PIR은 전원 후 1분 기다렸나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센서가 내 조명 빛을 보고 있나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DARK_LEVEL 숫자를 ④·⑤에 적었나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35040" y="105156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17920" y="11887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650" y="131445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58000" y="1216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폰 연동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178308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와이파이 2.4GHz 이름·비번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TEAM_ID가 내 팀 번호인가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앱 설정 탭에서 같은 팀을 골랐나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시리얼에 "브로커 연결됨" 떴나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3566160"/>
            <a:ext cx="8229600" cy="109728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" y="374904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88620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361188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1C12"/>
                </a:solidFill>
              </a:rPr>
              <a:t>이럴 땐 체크 없이 바로 손 든다  </a:t>
            </a:r>
            <a:pPr indent="0" marL="0">
              <a:buNone/>
            </a:pPr>
            <a:r>
              <a:rPr lang="en-US" sz="1300" dirty="0">
                <a:solidFill>
                  <a:srgbClr val="9A1C12"/>
                </a:solidFill>
              </a:rPr>
              <a:t>연기·탄 냄새 · 보드나 부품이 뜨거움 · 220V 쪽 선이 흔들리거나 벗겨짐 · 체크 두 바퀴 돌았는데 그대로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822960" cy="822960"/>
          </a:xfrm>
          <a:prstGeom prst="ellipse">
            <a:avLst/>
          </a:prstGeom>
          <a:solidFill>
            <a:srgbClr val="2E9D3E"/>
          </a:solidFill>
          <a:ln w="12700">
            <a:solidFill>
              <a:srgbClr val="2E9D3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845820"/>
            <a:ext cx="411480" cy="4114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발표 — 오늘 우리 팀이 해낸 것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28346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조명을 켜 두고 되는 것을 보여줍니다. V1은 네 가지, V2는 세 가지.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40080" y="342900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2A3A55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3429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센서로 켜고 끈다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51760" y="342900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2A3A55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51760" y="3429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폰 버튼으로 켠다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63440" y="342900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2A3A55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429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말로 켠다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75120" y="342900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2A3A55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75120" y="3429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색을 바꾼다 (V1)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2"/>
                </a:solidFill>
              </a:rPr>
              <a:t>시간이 남으면: c FF8800 처럼 나만의 색 코드 · 앱 자동화 탭에서 어두움 기준·꺼지는 시간 바꾸기 · PIR 다이얼 돌려 '사람 없음' 시간 바꾸기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odLamp">
  <a:themeElements>
    <a:clrScheme name="MoodLamp">
      <a:dk1>
        <a:srgbClr val="1B2536"/>
      </a:dk1>
      <a:lt1>
        <a:srgbClr val="FFFFFF"/>
      </a:lt1>
      <a:dk2>
        <a:srgbClr val="56677E"/>
      </a:dk2>
      <a:lt2>
        <a:srgbClr val="F3F5F8"/>
      </a:lt2>
      <a:accent1>
        <a:srgbClr val="F08A1C"/>
      </a:accent1>
      <a:accent2>
        <a:srgbClr val="8B5CF6"/>
      </a:accent2>
      <a:accent3>
        <a:srgbClr val="2E9D3E"/>
      </a:accent3>
      <a:accent4>
        <a:srgbClr val="D93025"/>
      </a:accent4>
      <a:accent5>
        <a:srgbClr val="1758A8"/>
      </a:accent5>
      <a:accent6>
        <a:srgbClr val="F7A928"/>
      </a:accent6>
      <a:hlink>
        <a:srgbClr val="1758A8"/>
      </a:hlink>
      <a:folHlink>
        <a:srgbClr val="8B5CF6"/>
      </a:folHlink>
    </a:clrScheme>
    <a:fontScheme name="MoodLamp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무드등 만들기 — 학생용</dc:title>
  <dc:subject>PptxGenJS Presentation</dc:subject>
  <dc:creator>IoT 무드등 프로젝트</dc:creator>
  <cp:lastModifiedBy>IoT 무드등 프로젝트</cp:lastModifiedBy>
  <cp:revision>1</cp:revision>
  <dcterms:created xsi:type="dcterms:W3CDTF">2026-10-23T00:24:30Z</dcterms:created>
  <dcterms:modified xsi:type="dcterms:W3CDTF">2026-10-23T00:24:30Z</dcterms:modified>
</cp:coreProperties>
</file>