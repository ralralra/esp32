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eecb48-9b63-e4ff-f3ad-6794051da6dd}">
          <p14:sldIdLst>
            <p14:sldId id="256"/>
          </p14:sldIdLst>
        </p14:section>
        <p14:section name="계획" id="{c6a9edac-02c8-7ff0-396d-bf9e09889b4e}">
          <p14:sldIdLst>
            <p14:sldId id="257"/>
            <p14:sldId id="258"/>
            <p14:sldId id="259"/>
            <p14:sldId id="260"/>
          </p14:sldIdLst>
        </p14:section>
        <p14:section name="진행" id="{2effe5f4-d86e-586c-00a6-bb925648204b}">
          <p14:sldIdLst>
            <p14:sldId id="261"/>
            <p14:sldId id="262"/>
            <p14:sldId id="263"/>
            <p14:sldId id="264"/>
            <p14:sldId id="265"/>
          </p14:sldIdLst>
        </p14:section>
        <p14:section name="대비" id="{7cd0444e-e359-1162-70a3-afe82681a7a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3시간 수업 운영안. 핵심은 '학생이 하는 일'과 '선생님이 미리 하는 일'을 가르는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IoT 무드등 · 3시간 수업 운영안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08A1C"/>
          </a:solidFill>
          <a:ln w="12700">
            <a:solidFill>
              <a:srgbClr val="F08A1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458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IoT 무드등, 3시간에 끝내기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10팀 · Wemos D1 R32 + 센서쉴드 V5 · 네오픽셀 16구 · 폰 버튼과 음성으로 제어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교사용 운영안 — 무엇을 미리 하고, 수업에서는 무엇만 할 것인가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목표: 3시간 뒤 10팀 모두 '폰에서 켜지는 무드등'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시간을 먹는 것은 코딩이 아니라 설치·납땜·앱 만들기입니다. 이 셋을 수업 밖으로 빼면 3시간이 충분합니다.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V1 네오픽셀만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릴레이 전구(V2)는 220V 교사 작업이 들어가 시간이 두 배. V2는 선생님 시연 1대만.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965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단계 1·2·3·5만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2004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4단계(구글시트)는 건너뜀. 5단계(MQTT)가 더 빠르고 바꿀 줄 수도 비슷.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965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앱은 선생님이 1개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32004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앱에 팀 선택이 있어 10팀이 각자 만들 이유가 없음. 이것만으로 40분 절약.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전체 흐름 — 다섯 걸음, 걸음마다 기준 하나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731520" cy="731520"/>
          </a:xfrm>
          <a:prstGeom prst="ellipse">
            <a:avLst/>
          </a:prstGeom>
          <a:solidFill>
            <a:srgbClr val="F08A1C"/>
          </a:solidFill>
          <a:ln w="12700">
            <a:solidFill>
              <a:srgbClr val="F08A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5" name="Shape 3"/>
          <p:cNvSpPr/>
          <p:nvPr/>
        </p:nvSpPr>
        <p:spPr>
          <a:xfrm>
            <a:off x="1645920" y="1554480"/>
            <a:ext cx="411480" cy="274320"/>
          </a:xfrm>
          <a:prstGeom prst="rightArrow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배선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30분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전원 넣어도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연기 안 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731520" cy="731520"/>
          </a:xfrm>
          <a:prstGeom prst="ellipse">
            <a:avLst/>
          </a:prstGeom>
          <a:solidFill>
            <a:srgbClr val="F08A1C"/>
          </a:solidFill>
          <a:ln w="12700">
            <a:solidFill>
              <a:srgbClr val="F08A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411480" cy="274320"/>
          </a:xfrm>
          <a:prstGeom prst="rightArrow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센서 테스트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20분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301752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시리얼에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숫자 보임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1325880"/>
            <a:ext cx="731520" cy="731520"/>
          </a:xfrm>
          <a:prstGeom prst="ellipse">
            <a:avLst/>
          </a:prstGeom>
          <a:solidFill>
            <a:srgbClr val="F08A1C"/>
          </a:solidFill>
          <a:ln w="12700">
            <a:solidFill>
              <a:srgbClr val="F08A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0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9" name="Shape 17"/>
          <p:cNvSpPr/>
          <p:nvPr/>
        </p:nvSpPr>
        <p:spPr>
          <a:xfrm>
            <a:off x="5029200" y="1554480"/>
            <a:ext cx="411480" cy="274320"/>
          </a:xfrm>
          <a:prstGeom prst="rightArrow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90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네오픽셀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20분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301752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9476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무지개가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흐름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325880"/>
            <a:ext cx="731520" cy="731520"/>
          </a:xfrm>
          <a:prstGeom prst="ellipse">
            <a:avLst/>
          </a:prstGeom>
          <a:solidFill>
            <a:srgbClr val="F08A1C"/>
          </a:solidFill>
          <a:ln w="12700">
            <a:solidFill>
              <a:srgbClr val="F08A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4</a:t>
            </a:r>
            <a:endParaRPr lang="en-US" sz="2080" dirty="0"/>
          </a:p>
        </p:txBody>
      </p:sp>
      <p:sp>
        <p:nvSpPr>
          <p:cNvPr id="26" name="Shape 24"/>
          <p:cNvSpPr/>
          <p:nvPr/>
        </p:nvSpPr>
        <p:spPr>
          <a:xfrm>
            <a:off x="6720840" y="1554480"/>
            <a:ext cx="411480" cy="274320"/>
          </a:xfrm>
          <a:prstGeom prst="rightArrow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자동 무드등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30분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301752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불 끄고 손 흔들면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켜짐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32588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438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5</a:t>
            </a:r>
            <a:endParaRPr lang="en-US" sz="208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앱 연동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35분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78040" y="301752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7804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폰에서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"켜 줘"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기준을 통과한 팀만 다음 걸음으로. 1·2단계는 서로 독립이라 느린 팀은 2단계를 건너뛰고 3단계로 가도 됩니다 (3단계에 무지개가 들어 있음).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수업 전날 선생님이 끝내 둘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PC 준비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264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모든 PC에 Arduino IDE · ESP32 보드 · 라이브러리 2개(Adafruit NeoPixel, PubSubClient) 설치, 보드 1대 업로드까지 확인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스트립 납땜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264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네오픽셀 10개를 16구로 자르고 3가닥 선 납땜까지 완료 — 학생이 하면 팀당 15분 + 실패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네트워크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61518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교실 와이파이가 2.4GHz이고 로그인 페이지가 없는지 확인. 안 되면 선생님 폰 핫스팟 준비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09160" y="237744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146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브로커 + 앱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1518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EMQX 계정·TOPIC_PREFIX 결정, MQTT판 앱 1개 완성·테스트, 링크 준비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033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코드와 팀 번호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38039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와이파이·브로커 값을 채운 5단계 파일 배포 (학생은 TEAM_ID 한 줄만). TEAM01~10 스티커를 보드·폰에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09160" y="3566160"/>
            <a:ext cx="548640" cy="54864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033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완성 보드 1대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8039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시연용이자, 막힌 팀이 눈으로 비교할 기준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당일 타임라인 (180분)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93776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활동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끝났다는 기준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0:00–0:15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완성품 시연 · 전체 그림 · 부품 확인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0:15–0:45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배선 — 실드에 센서 3개 꽂기, SEL 점퍼 빼기, 조도 VCC는 3V3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전원 넣어도 연기 안 남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0:45–1:05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1단계 센서 테스트 — 가리면 % 내려감, PIR 감지, DARK_LEVEL 정하기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시리얼에 숫자 보임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1:05–1:25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2단계 네오픽셀 — 무지개, c red 몇 개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무지개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1:25–1:35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쉬는 시간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1:35–2:05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3단계 자동 무드등 — DARK_LEVEL 적고 업로드, 불 끄고 손 흔들기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자동 켜짐·꺼짐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2:05–2:40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5단계 앱 연동 — TEAM_ID 바꿔 업로드, 앱에서 팀 선택, 버튼·음성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폰에서 "켜 줘"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8A1C"/>
                          </a:solidFill>
                        </a:rPr>
                        <a:t>2:40–3:00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팀별 색 정해서 발표 · 정리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0:15 배선 — 실드에 3개만 꽂으면 끝</a:t>
            </a:r>
            <a:endParaRPr lang="en-US" sz="2800" dirty="0"/>
          </a:p>
        </p:txBody>
      </p:sp>
      <p:pic>
        <p:nvPicPr>
          <p:cNvPr id="3" name="Image 0" descr="/home/user/esp32/iot-mood-lamp/docs/images/wiring_v1_neopix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네오픽셀 → 실드 6번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6677E"/>
                </a:solidFill>
              </a:rPr>
              <a:t>DIN→S · 5V→V · GND→G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PIR → 실드 3번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6677E"/>
                </a:solidFill>
              </a:rPr>
              <a:t>OUT→S · VCC→V · GND→G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조도센서 → A3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677E"/>
                </a:solidFill>
              </a:rPr>
              <a:t>AO→S · GND→G · VCC는 Bluetooth 헤더 3V3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577840" y="320040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364992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200" y="3310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1C12"/>
                </a:solidFill>
              </a:rPr>
              <a:t>SEL 점퍼는 뺍니다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1C12"/>
                </a:solidFill>
              </a:rPr>
              <a:t>네오픽셀 전원은 2.4A 포트 → EXT PWR, 보드는 1A 포트 → micro USB. 점퍼를 꽂은 채 EXT PWR에 전원을 넣으면 합선.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0:45 1단계 — 센서 값 보며 숫자 하나 정하기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1B2536"/>
          </a:solidFill>
          <a:ln w="12700">
            <a:solidFill>
              <a:srgbClr val="1B25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조도 원시값=2890  밝기= 70%  → 밝음   → 꺼짐 (기준 30%)  |  PIR=0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A9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PIR ▲ 감지됨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A9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조도 원시값= 830  밝기= 20%  → 어두움 → 켜짐 (기준 30%)  |  PIR=1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시리얼 모니터 115200 · 1초마다 한 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010" y="11772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1033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손으로 가린다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353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밝기 %가 내려가야 정상. 올라가면 DARK_IS_HIGH를 false로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24028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10" y="23660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0936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 앞에서 움직인다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5420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▲ 감지됨이 뜨는지. 전원 후 30~60초는 불안정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342900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010" y="35547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DARK_LEVEL 정하기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불 켬 70% · 불 끔 15% 사이 → 30 같은 숫자 하나. 3·5단계에 똑같이 적는다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1:05 2단계 — 무지개가 흐르면 성공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B2536"/>
          </a:solidFill>
          <a:ln w="12700">
            <a:solidFill>
              <a:srgbClr val="1B25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LED_PIN    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LED_COUNT 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Adafruit_NeoPixel strip(LED_COUNT,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LED_PIN, NEO_GRB + NEO_KHZ800);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strip.setBrightness(50);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동작 확인된 샘플(strandtest)과 같은 설정 — 그대로 둡니다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시리얼로 놀아 보기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red   ·   c FF8800   ·   rainbow   ·   chase   ·   b 50   ·   off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이렇게 보이면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초록·빨강·파랑·꺼짐이 한 칸씩 번갈아 멈춰 있음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288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→ RGBW 설정으로 보낸 것 → NEO_GRB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끝쪽 LED가 안 켜지거나 앞쪽만 켜짐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6517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→ LED_COUNT를 자른 개수에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이름과 색이 다름 (test 명령)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4747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→ NEO_GRB → NEO_RGB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93192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아예 안 켜짐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2976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→ EXT PWR 전원 · SEL 점퍼 · DIN 방향(화살표)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1:35 3단계 — 센서 받고 출력하기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네오픽셀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주변 밝기 &lt; DARK_LEVEL(30%) 그리고 움직임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웜화이트로 1초 동안 서서히 켜짐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밝기 ≥ 35% (불을 켬)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서서히 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움직임 없이 5분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서서히 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시리얼 on / off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6"/>
                          </a:solidFill>
                        </a:rPr>
                        <a:t>수동 모드 — auto로 복귀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코드 위쪽에 1단계 숫자를 그대로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 DARK_LEVEL   = 30;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bool DARK_IS_HIGH = true;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105156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010" y="11772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1033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확인 순서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13533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불 끄고 손 흔들기 → 켜짐 · 불 켜기 → 꺼짐 · 가만히 5분 → 꺼짐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69280" y="224028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10" y="23660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0936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자기 빛 주의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54203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조도센서가 네오픽셀 빛을 보면 켜짐→꺼짐을 반복. sensor 명령으로 보며 센서 위치를 옮긴다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69280" y="3429000"/>
            <a:ext cx="502920" cy="50292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010" y="355473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0936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PIR만으로 하려면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6309360" y="37307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DARK_LEVEL = 100 (항상 '어두움') · 조도만으로 하려면 USE_PIR = false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2:05 5단계 — 폰에서 누르면, 말하면 바로</a:t>
            </a:r>
            <a:endParaRPr lang="en-US" sz="2800" dirty="0"/>
          </a:p>
        </p:txBody>
      </p:sp>
      <p:pic>
        <p:nvPicPr>
          <p:cNvPr id="3" name="Image 0" descr="app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703320" cy="2468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661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앱은 선생님이 만든 링크 하나 · 학생은 설정 탭에서 내 팀만 선택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학생이 바꾸는 것은 한 줄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26280" y="1417320"/>
            <a:ext cx="4160520" cy="502920"/>
          </a:xfrm>
          <a:prstGeom prst="roundRect">
            <a:avLst>
              <a:gd name="adj" fmla="val 21818"/>
            </a:avLst>
          </a:prstGeom>
          <a:solidFill>
            <a:srgbClr val="1B2536"/>
          </a:solidFill>
          <a:ln w="12700">
            <a:solidFill>
              <a:srgbClr val="1B253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TEAM_ID = "TEAM01";   // 내 팀 번호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1965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와이파이·브로커 값은 선생님이 미리 채운 파일을 배포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26280" y="2377440"/>
            <a:ext cx="411480" cy="41148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248031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4920" y="2377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업로드 → 시리얼에 "브로커 연결됨"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26280" y="2926080"/>
            <a:ext cx="411480" cy="41148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3028950"/>
            <a:ext cx="205740" cy="2057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4920" y="2926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앱 설정 탭 → 내 팀 선택 → 켜기 버튼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3577590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492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🎤 "켜 줘" · "파란색으로" · "밝기 50"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26280" y="406908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EEE9FB"/>
          </a:solidFill>
          <a:ln w="12700">
            <a:solidFill>
              <a:srgbClr val="EEE9F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66344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2E99"/>
                </a:solidFill>
              </a:rPr>
              <a:t>반응 0.1~0.5초 — 브로커가 명령을 보드에 바로 밀어줍니다. 느리면 거의 다 교실 와이파이 문제.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막혔을 때 — 미리 정해 둔 손절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0:45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배선이 안 끝난 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선생님 예비 보드로 교체. 배선은 오늘의 목표가 아니다.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2:20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앱 연결이 안 되는 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7627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3단계 자동 무드등으로 발표. 센서 자동이 핵심 성취이고 와이파이 없이 동작한다.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언제든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와이파이 전체 불통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7627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5단계는 선생님 보드 1대를 폰 핫스팟으로 시연만 하고 끝낸다.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54330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5156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시간이 남는 팀 (코드 수정 없이 되는 것)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840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6677E"/>
                </a:solidFill>
              </a:rPr>
              <a:t>c FF8800 처럼 6자리 색 코드로 나만의 색 만들기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6677E"/>
                </a:solidFill>
              </a:rPr>
              <a:t>앱 자동화 탭에서 어두움 기준·꺼지는 시간 바꿔 저장해 보기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6677E"/>
                </a:solidFill>
              </a:rPr>
              <a:t>PIR 유지시간 다이얼을 돌려 '사람 없음' 시간 체감하기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E9D3E"/>
          </a:solidFill>
          <a:ln w="12700">
            <a:solidFill>
              <a:srgbClr val="2E9D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458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2:40 발표 — 오늘 이걸 해냈습니다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팀마다 색 하나를 정해 켜 두고, 아래 네 가지 중 되는 것을 보여줍니다.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센서로 켜고 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51760" y="3429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폰 버튼으로 켠다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429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말로 켠다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3429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색을 바꾼다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</a:rPr>
              <a:t>다음 시간: V2 릴레이 전구(220V는 교사) · 4단계 구글시트 기록으로 '누가 언제 켰나' 데이터 보기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odLamp">
  <a:themeElements>
    <a:clrScheme name="MoodLamp">
      <a:dk1>
        <a:srgbClr val="1B2536"/>
      </a:dk1>
      <a:lt1>
        <a:srgbClr val="FFFFFF"/>
      </a:lt1>
      <a:dk2>
        <a:srgbClr val="56677E"/>
      </a:dk2>
      <a:lt2>
        <a:srgbClr val="F3F5F8"/>
      </a:lt2>
      <a:accent1>
        <a:srgbClr val="F08A1C"/>
      </a:accent1>
      <a:accent2>
        <a:srgbClr val="8B5CF6"/>
      </a:accent2>
      <a:accent3>
        <a:srgbClr val="2E9D3E"/>
      </a:accent3>
      <a:accent4>
        <a:srgbClr val="D93025"/>
      </a:accent4>
      <a:accent5>
        <a:srgbClr val="1758A8"/>
      </a:accent5>
      <a:accent6>
        <a:srgbClr val="F7A928"/>
      </a:accent6>
      <a:hlink>
        <a:srgbClr val="1758A8"/>
      </a:hlink>
      <a:folHlink>
        <a:srgbClr val="8B5CF6"/>
      </a:folHlink>
    </a:clrScheme>
    <a:fontScheme name="MoodLamp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무드등 3시간 수업 운영안</dc:title>
  <dc:subject>PptxGenJS Presentation</dc:subject>
  <dc:creator>IoT 무드등 프로젝트</dc:creator>
  <cp:lastModifiedBy>IoT 무드등 프로젝트</cp:lastModifiedBy>
  <cp:revision>1</cp:revision>
  <dcterms:created xsi:type="dcterms:W3CDTF">2026-10-22T12:05:39Z</dcterms:created>
  <dcterms:modified xsi:type="dcterms:W3CDTF">2026-10-22T12:05:39Z</dcterms:modified>
</cp:coreProperties>
</file>